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2" d="100"/>
          <a:sy n="72" d="100"/>
        </p:scale>
        <p:origin x="576"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ni Devi" userId="62d244620464a473" providerId="LiveId" clId="{1925504B-8A80-4565-ABC3-85B7286D8152}"/>
    <pc:docChg chg="undo custSel addSld delSld modSld">
      <pc:chgData name="Rajni Devi" userId="62d244620464a473" providerId="LiveId" clId="{1925504B-8A80-4565-ABC3-85B7286D8152}" dt="2026-09-09T19:29:31.002" v="479" actId="1076"/>
      <pc:docMkLst>
        <pc:docMk/>
      </pc:docMkLst>
      <pc:sldChg chg="addSp delSp modSp mod delAnim modAnim">
        <pc:chgData name="Rajni Devi" userId="62d244620464a473" providerId="LiveId" clId="{1925504B-8A80-4565-ABC3-85B7286D8152}" dt="2026-09-09T14:54:15.629" v="422"/>
        <pc:sldMkLst>
          <pc:docMk/>
          <pc:sldMk cId="1341901065" sldId="302"/>
        </pc:sldMkLst>
        <pc:spChg chg="del mod">
          <ac:chgData name="Rajni Devi" userId="62d244620464a473" providerId="LiveId" clId="{1925504B-8A80-4565-ABC3-85B7286D8152}" dt="2026-09-09T13:33:00.008" v="420" actId="21"/>
          <ac:spMkLst>
            <pc:docMk/>
            <pc:sldMk cId="1341901065" sldId="302"/>
            <ac:spMk id="7" creationId="{B21C28F5-3CA3-4B78-B5C9-550C00BB3174}"/>
          </ac:spMkLst>
        </pc:spChg>
        <pc:graphicFrameChg chg="add mod modGraphic">
          <ac:chgData name="Rajni Devi" userId="62d244620464a473" providerId="LiveId" clId="{1925504B-8A80-4565-ABC3-85B7286D8152}" dt="2026-09-09T14:54:15.629" v="422"/>
          <ac:graphicFrameMkLst>
            <pc:docMk/>
            <pc:sldMk cId="1341901065" sldId="302"/>
            <ac:graphicFrameMk id="3" creationId="{AADABA0C-F176-9009-85CF-43E743FA74C5}"/>
          </ac:graphicFrameMkLst>
        </pc:graphicFrameChg>
      </pc:sldChg>
      <pc:sldChg chg="delSp mod">
        <pc:chgData name="Rajni Devi" userId="62d244620464a473" providerId="LiveId" clId="{1925504B-8A80-4565-ABC3-85B7286D8152}" dt="2026-09-09T19:21:44.224" v="456" actId="21"/>
        <pc:sldMkLst>
          <pc:docMk/>
          <pc:sldMk cId="3401748718" sldId="304"/>
        </pc:sldMkLst>
        <pc:spChg chg="del">
          <ac:chgData name="Rajni Devi" userId="62d244620464a473" providerId="LiveId" clId="{1925504B-8A80-4565-ABC3-85B7286D8152}" dt="2026-09-09T19:21:44.224" v="456" actId="21"/>
          <ac:spMkLst>
            <pc:docMk/>
            <pc:sldMk cId="3401748718" sldId="304"/>
            <ac:spMk id="12" creationId="{BC277FD7-925B-4C3D-A364-118403201507}"/>
          </ac:spMkLst>
        </pc:spChg>
      </pc:sldChg>
      <pc:sldChg chg="addSp delSp modSp mod modAnim">
        <pc:chgData name="Rajni Devi" userId="62d244620464a473" providerId="LiveId" clId="{1925504B-8A80-4565-ABC3-85B7286D8152}" dt="2026-09-09T14:55:04.487" v="427" actId="1076"/>
        <pc:sldMkLst>
          <pc:docMk/>
          <pc:sldMk cId="3696770303" sldId="315"/>
        </pc:sldMkLst>
        <pc:spChg chg="mod">
          <ac:chgData name="Rajni Devi" userId="62d244620464a473" providerId="LiveId" clId="{1925504B-8A80-4565-ABC3-85B7286D8152}" dt="2026-09-09T14:54:30.803" v="423" actId="6549"/>
          <ac:spMkLst>
            <pc:docMk/>
            <pc:sldMk cId="3696770303" sldId="315"/>
            <ac:spMk id="3" creationId="{EBF2FBC7-3552-4F01-BB27-8BEEE74F7277}"/>
          </ac:spMkLst>
        </pc:spChg>
        <pc:spChg chg="add del">
          <ac:chgData name="Rajni Devi" userId="62d244620464a473" providerId="LiveId" clId="{1925504B-8A80-4565-ABC3-85B7286D8152}" dt="2026-09-09T13:24:17.299" v="163" actId="22"/>
          <ac:spMkLst>
            <pc:docMk/>
            <pc:sldMk cId="3696770303" sldId="315"/>
            <ac:spMk id="4" creationId="{1BF69CEE-51AA-A9B0-2DF2-3126EB1CE4AC}"/>
          </ac:spMkLst>
        </pc:spChg>
        <pc:spChg chg="add mod">
          <ac:chgData name="Rajni Devi" userId="62d244620464a473" providerId="LiveId" clId="{1925504B-8A80-4565-ABC3-85B7286D8152}" dt="2026-09-09T14:55:04.487" v="427" actId="1076"/>
          <ac:spMkLst>
            <pc:docMk/>
            <pc:sldMk cId="3696770303" sldId="315"/>
            <ac:spMk id="7" creationId="{517662BD-D184-7643-F629-EE973BD30F27}"/>
          </ac:spMkLst>
        </pc:spChg>
      </pc:sldChg>
      <pc:sldChg chg="modSp modAnim">
        <pc:chgData name="Rajni Devi" userId="62d244620464a473" providerId="LiveId" clId="{1925504B-8A80-4565-ABC3-85B7286D8152}" dt="2026-09-09T13:27:06.372" v="184" actId="20577"/>
        <pc:sldMkLst>
          <pc:docMk/>
          <pc:sldMk cId="48075006" sldId="329"/>
        </pc:sldMkLst>
        <pc:spChg chg="mod">
          <ac:chgData name="Rajni Devi" userId="62d244620464a473" providerId="LiveId" clId="{1925504B-8A80-4565-ABC3-85B7286D8152}" dt="2026-09-09T13:27:06.372" v="184" actId="20577"/>
          <ac:spMkLst>
            <pc:docMk/>
            <pc:sldMk cId="48075006" sldId="329"/>
            <ac:spMk id="2" creationId="{664E3B60-2780-459A-8583-F095D5E7463A}"/>
          </ac:spMkLst>
        </pc:spChg>
      </pc:sldChg>
      <pc:sldChg chg="modSp mod">
        <pc:chgData name="Rajni Devi" userId="62d244620464a473" providerId="LiveId" clId="{1925504B-8A80-4565-ABC3-85B7286D8152}" dt="2026-09-09T19:27:39.229" v="466" actId="1076"/>
        <pc:sldMkLst>
          <pc:docMk/>
          <pc:sldMk cId="1604013440" sldId="338"/>
        </pc:sldMkLst>
        <pc:spChg chg="mod">
          <ac:chgData name="Rajni Devi" userId="62d244620464a473" providerId="LiveId" clId="{1925504B-8A80-4565-ABC3-85B7286D8152}" dt="2026-09-09T19:26:45.563" v="459" actId="27636"/>
          <ac:spMkLst>
            <pc:docMk/>
            <pc:sldMk cId="1604013440" sldId="338"/>
            <ac:spMk id="2" creationId="{7201737A-B873-4D1D-8A41-5ABF5184BC8F}"/>
          </ac:spMkLst>
        </pc:spChg>
        <pc:spChg chg="mod">
          <ac:chgData name="Rajni Devi" userId="62d244620464a473" providerId="LiveId" clId="{1925504B-8A80-4565-ABC3-85B7286D8152}" dt="2026-09-09T13:12:33.339" v="125" actId="14100"/>
          <ac:spMkLst>
            <pc:docMk/>
            <pc:sldMk cId="1604013440" sldId="338"/>
            <ac:spMk id="3" creationId="{17F04107-8754-E47D-3375-529E689711FA}"/>
          </ac:spMkLst>
        </pc:spChg>
        <pc:spChg chg="mod">
          <ac:chgData name="Rajni Devi" userId="62d244620464a473" providerId="LiveId" clId="{1925504B-8A80-4565-ABC3-85B7286D8152}" dt="2026-09-09T19:27:39.229" v="466" actId="1076"/>
          <ac:spMkLst>
            <pc:docMk/>
            <pc:sldMk cId="1604013440" sldId="338"/>
            <ac:spMk id="4" creationId="{92056599-CDAA-4367-BEF8-31D6E32518C8}"/>
          </ac:spMkLst>
        </pc:spChg>
      </pc:sldChg>
      <pc:sldChg chg="addSp modSp mod">
        <pc:chgData name="Rajni Devi" userId="62d244620464a473" providerId="LiveId" clId="{1925504B-8A80-4565-ABC3-85B7286D8152}" dt="2026-09-09T15:39:13.726" v="435" actId="14100"/>
        <pc:sldMkLst>
          <pc:docMk/>
          <pc:sldMk cId="1086225493" sldId="339"/>
        </pc:sldMkLst>
        <pc:picChg chg="add mod">
          <ac:chgData name="Rajni Devi" userId="62d244620464a473" providerId="LiveId" clId="{1925504B-8A80-4565-ABC3-85B7286D8152}" dt="2026-09-09T15:39:13.726" v="435" actId="14100"/>
          <ac:picMkLst>
            <pc:docMk/>
            <pc:sldMk cId="1086225493" sldId="339"/>
            <ac:picMk id="3" creationId="{0A7BBAE0-ADA8-996B-6F0D-EE8CAA0BBB9B}"/>
          </ac:picMkLst>
        </pc:picChg>
      </pc:sldChg>
      <pc:sldChg chg="addSp modSp mod">
        <pc:chgData name="Rajni Devi" userId="62d244620464a473" providerId="LiveId" clId="{1925504B-8A80-4565-ABC3-85B7286D8152}" dt="2026-09-09T15:39:44.883" v="438" actId="14100"/>
        <pc:sldMkLst>
          <pc:docMk/>
          <pc:sldMk cId="3849627828" sldId="340"/>
        </pc:sldMkLst>
        <pc:picChg chg="add mod">
          <ac:chgData name="Rajni Devi" userId="62d244620464a473" providerId="LiveId" clId="{1925504B-8A80-4565-ABC3-85B7286D8152}" dt="2026-09-09T15:39:44.883" v="438" actId="14100"/>
          <ac:picMkLst>
            <pc:docMk/>
            <pc:sldMk cId="3849627828" sldId="340"/>
            <ac:picMk id="3" creationId="{FA2B2522-F27A-7C9B-0F45-4905A6260297}"/>
          </ac:picMkLst>
        </pc:picChg>
      </pc:sldChg>
      <pc:sldChg chg="addSp modSp mod">
        <pc:chgData name="Rajni Devi" userId="62d244620464a473" providerId="LiveId" clId="{1925504B-8A80-4565-ABC3-85B7286D8152}" dt="2026-09-09T14:57:10.365" v="431" actId="255"/>
        <pc:sldMkLst>
          <pc:docMk/>
          <pc:sldMk cId="776828144" sldId="341"/>
        </pc:sldMkLst>
        <pc:spChg chg="add mod">
          <ac:chgData name="Rajni Devi" userId="62d244620464a473" providerId="LiveId" clId="{1925504B-8A80-4565-ABC3-85B7286D8152}" dt="2026-09-09T14:57:10.365" v="431" actId="255"/>
          <ac:spMkLst>
            <pc:docMk/>
            <pc:sldMk cId="776828144" sldId="341"/>
            <ac:spMk id="3" creationId="{A918CE72-DA9A-B9E9-4C96-7EC11AD8E087}"/>
          </ac:spMkLst>
        </pc:spChg>
      </pc:sldChg>
      <pc:sldChg chg="addSp delSp modSp mod">
        <pc:chgData name="Rajni Devi" userId="62d244620464a473" providerId="LiveId" clId="{1925504B-8A80-4565-ABC3-85B7286D8152}" dt="2026-09-09T15:43:19.543" v="453" actId="21"/>
        <pc:sldMkLst>
          <pc:docMk/>
          <pc:sldMk cId="3863610428" sldId="342"/>
        </pc:sldMkLst>
        <pc:spChg chg="add del mod">
          <ac:chgData name="Rajni Devi" userId="62d244620464a473" providerId="LiveId" clId="{1925504B-8A80-4565-ABC3-85B7286D8152}" dt="2026-09-09T15:43:19.543" v="453" actId="21"/>
          <ac:spMkLst>
            <pc:docMk/>
            <pc:sldMk cId="3863610428" sldId="342"/>
            <ac:spMk id="2" creationId="{42FDEFBE-DA13-A514-A0D3-64F7D665954D}"/>
          </ac:spMkLst>
        </pc:spChg>
        <pc:spChg chg="mod">
          <ac:chgData name="Rajni Devi" userId="62d244620464a473" providerId="LiveId" clId="{1925504B-8A80-4565-ABC3-85B7286D8152}" dt="2026-09-09T15:41:45.261" v="451"/>
          <ac:spMkLst>
            <pc:docMk/>
            <pc:sldMk cId="3863610428" sldId="342"/>
            <ac:spMk id="3" creationId="{5F0B37E4-66B1-8633-7266-68B321742757}"/>
          </ac:spMkLst>
        </pc:spChg>
      </pc:sldChg>
      <pc:sldChg chg="addSp modSp mod">
        <pc:chgData name="Rajni Devi" userId="62d244620464a473" providerId="LiveId" clId="{1925504B-8A80-4565-ABC3-85B7286D8152}" dt="2026-09-09T19:21:28.426" v="455" actId="1076"/>
        <pc:sldMkLst>
          <pc:docMk/>
          <pc:sldMk cId="3962802212" sldId="343"/>
        </pc:sldMkLst>
        <pc:picChg chg="add mod">
          <ac:chgData name="Rajni Devi" userId="62d244620464a473" providerId="LiveId" clId="{1925504B-8A80-4565-ABC3-85B7286D8152}" dt="2026-09-09T19:21:28.426" v="455" actId="1076"/>
          <ac:picMkLst>
            <pc:docMk/>
            <pc:sldMk cId="3962802212" sldId="343"/>
            <ac:picMk id="3" creationId="{29C2BB50-B6F6-18BD-976B-8FF92D6D6F72}"/>
          </ac:picMkLst>
        </pc:picChg>
      </pc:sldChg>
      <pc:sldChg chg="addSp modSp mod">
        <pc:chgData name="Rajni Devi" userId="62d244620464a473" providerId="LiveId" clId="{1925504B-8A80-4565-ABC3-85B7286D8152}" dt="2026-09-09T15:40:06.933" v="441" actId="14100"/>
        <pc:sldMkLst>
          <pc:docMk/>
          <pc:sldMk cId="1698901770" sldId="344"/>
        </pc:sldMkLst>
        <pc:picChg chg="add mod">
          <ac:chgData name="Rajni Devi" userId="62d244620464a473" providerId="LiveId" clId="{1925504B-8A80-4565-ABC3-85B7286D8152}" dt="2026-09-09T15:40:06.933" v="441" actId="14100"/>
          <ac:picMkLst>
            <pc:docMk/>
            <pc:sldMk cId="1698901770" sldId="344"/>
            <ac:picMk id="3" creationId="{A4CFE5DC-02F0-8F0F-5AAC-615A7A707125}"/>
          </ac:picMkLst>
        </pc:picChg>
      </pc:sldChg>
      <pc:sldChg chg="addSp modSp mod">
        <pc:chgData name="Rajni Devi" userId="62d244620464a473" providerId="LiveId" clId="{1925504B-8A80-4565-ABC3-85B7286D8152}" dt="2026-09-09T15:40:36.109" v="445" actId="14100"/>
        <pc:sldMkLst>
          <pc:docMk/>
          <pc:sldMk cId="1903979828" sldId="345"/>
        </pc:sldMkLst>
        <pc:picChg chg="add mod">
          <ac:chgData name="Rajni Devi" userId="62d244620464a473" providerId="LiveId" clId="{1925504B-8A80-4565-ABC3-85B7286D8152}" dt="2026-09-09T15:40:36.109" v="445" actId="14100"/>
          <ac:picMkLst>
            <pc:docMk/>
            <pc:sldMk cId="1903979828" sldId="345"/>
            <ac:picMk id="3" creationId="{8F87E691-3F13-49DC-DE67-479E574D18C9}"/>
          </ac:picMkLst>
        </pc:picChg>
      </pc:sldChg>
      <pc:sldChg chg="addSp delSp modSp del mod">
        <pc:chgData name="Rajni Devi" userId="62d244620464a473" providerId="LiveId" clId="{1925504B-8A80-4565-ABC3-85B7286D8152}" dt="2026-09-09T15:41:12.048" v="450" actId="47"/>
        <pc:sldMkLst>
          <pc:docMk/>
          <pc:sldMk cId="1421522261" sldId="346"/>
        </pc:sldMkLst>
        <pc:picChg chg="add del mod">
          <ac:chgData name="Rajni Devi" userId="62d244620464a473" providerId="LiveId" clId="{1925504B-8A80-4565-ABC3-85B7286D8152}" dt="2026-09-09T15:41:05.592" v="449" actId="478"/>
          <ac:picMkLst>
            <pc:docMk/>
            <pc:sldMk cId="1421522261" sldId="346"/>
            <ac:picMk id="3" creationId="{37F4FBEA-2CB6-FD9E-718A-B2159A25590D}"/>
          </ac:picMkLst>
        </pc:picChg>
      </pc:sldChg>
      <pc:sldChg chg="addSp delSp modSp add mod">
        <pc:chgData name="Rajni Devi" userId="62d244620464a473" providerId="LiveId" clId="{1925504B-8A80-4565-ABC3-85B7286D8152}" dt="2026-09-09T19:29:31.002" v="479" actId="1076"/>
        <pc:sldMkLst>
          <pc:docMk/>
          <pc:sldMk cId="4260628419" sldId="346"/>
        </pc:sldMkLst>
        <pc:picChg chg="del">
          <ac:chgData name="Rajni Devi" userId="62d244620464a473" providerId="LiveId" clId="{1925504B-8A80-4565-ABC3-85B7286D8152}" dt="2026-09-09T19:28:19.910" v="468" actId="21"/>
          <ac:picMkLst>
            <pc:docMk/>
            <pc:sldMk cId="4260628419" sldId="346"/>
            <ac:picMk id="3" creationId="{5A224315-296D-6055-50E9-EA769643CCEA}"/>
          </ac:picMkLst>
        </pc:picChg>
        <pc:picChg chg="add del mod">
          <ac:chgData name="Rajni Devi" userId="62d244620464a473" providerId="LiveId" clId="{1925504B-8A80-4565-ABC3-85B7286D8152}" dt="2026-09-09T19:29:01.043" v="474" actId="21"/>
          <ac:picMkLst>
            <pc:docMk/>
            <pc:sldMk cId="4260628419" sldId="346"/>
            <ac:picMk id="6" creationId="{70DE6971-B071-1BCB-F818-19C34E37EC4E}"/>
          </ac:picMkLst>
        </pc:picChg>
        <pc:picChg chg="add del mod">
          <ac:chgData name="Rajni Devi" userId="62d244620464a473" providerId="LiveId" clId="{1925504B-8A80-4565-ABC3-85B7286D8152}" dt="2026-09-09T19:29:01.043" v="474" actId="21"/>
          <ac:picMkLst>
            <pc:docMk/>
            <pc:sldMk cId="4260628419" sldId="346"/>
            <ac:picMk id="11" creationId="{99A58C5B-06BF-552B-3256-9331ABB4590D}"/>
          </ac:picMkLst>
        </pc:picChg>
        <pc:picChg chg="add mod">
          <ac:chgData name="Rajni Devi" userId="62d244620464a473" providerId="LiveId" clId="{1925504B-8A80-4565-ABC3-85B7286D8152}" dt="2026-09-09T19:29:31.002" v="479" actId="1076"/>
          <ac:picMkLst>
            <pc:docMk/>
            <pc:sldMk cId="4260628419" sldId="346"/>
            <ac:picMk id="13" creationId="{8064EE0E-A089-B95D-1D48-9950348534C3}"/>
          </ac:picMkLst>
        </pc:picChg>
        <pc:picChg chg="add mod">
          <ac:chgData name="Rajni Devi" userId="62d244620464a473" providerId="LiveId" clId="{1925504B-8A80-4565-ABC3-85B7286D8152}" dt="2026-09-09T19:29:25.195" v="478" actId="1076"/>
          <ac:picMkLst>
            <pc:docMk/>
            <pc:sldMk cId="4260628419" sldId="346"/>
            <ac:picMk id="15" creationId="{BDD9DE11-4D2A-CA2A-441D-C5F3AF31649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83095" y="4324405"/>
            <a:ext cx="6559828" cy="861497"/>
          </a:xfrm>
        </p:spPr>
        <p:txBody>
          <a:bodyPr vert="horz" lIns="91440" tIns="45720" rIns="91440" bIns="45720" rtlCol="0" anchor="t">
            <a:normAutofit fontScale="92500"/>
          </a:bodyPr>
          <a:lstStyle/>
          <a:p>
            <a:r>
              <a:rPr lang="en-US" b="0" dirty="0">
                <a:solidFill>
                  <a:schemeClr val="tx1"/>
                </a:solidFill>
              </a:rPr>
              <a:t>Student Name – Yashveer Singh Negi</a:t>
            </a:r>
            <a:endParaRPr lang="en-IN" b="0" dirty="0">
              <a:solidFill>
                <a:schemeClr val="tx1"/>
              </a:solidFill>
            </a:endParaRPr>
          </a:p>
          <a:p>
            <a:r>
              <a:rPr lang="en-US" b="0" dirty="0">
                <a:solidFill>
                  <a:schemeClr val="tx1"/>
                </a:solidFill>
              </a:rPr>
              <a:t>College Name - </a:t>
            </a:r>
            <a:r>
              <a:rPr lang="en-IN" dirty="0"/>
              <a:t>Indira Gandhi National Open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83095" y="3250123"/>
            <a:ext cx="9592071" cy="810749"/>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00677" y="5922109"/>
            <a:ext cx="4998720" cy="369332"/>
          </a:xfrm>
          <a:prstGeom prst="rect">
            <a:avLst/>
          </a:prstGeom>
          <a:noFill/>
        </p:spPr>
        <p:txBody>
          <a:bodyPr wrap="square" rtlCol="0">
            <a:spAutoFit/>
          </a:bodyPr>
          <a:lstStyle/>
          <a:p>
            <a:r>
              <a:rPr lang="en-US" b="1" dirty="0"/>
              <a:t>AICTE STU ID : </a:t>
            </a:r>
            <a:r>
              <a:rPr lang="en-IN" dirty="0"/>
              <a:t>STU6a6aececab9041785392364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itle 2">
            <a:extLst>
              <a:ext uri="{FF2B5EF4-FFF2-40B4-BE49-F238E27FC236}">
                <a16:creationId xmlns:a16="http://schemas.microsoft.com/office/drawing/2014/main" id="{517662BD-D184-7643-F629-EE973BD30F27}"/>
              </a:ext>
            </a:extLst>
          </p:cNvPr>
          <p:cNvSpPr txBox="1">
            <a:spLocks/>
          </p:cNvSpPr>
          <p:nvPr/>
        </p:nvSpPr>
        <p:spPr>
          <a:xfrm>
            <a:off x="467359" y="2033065"/>
            <a:ext cx="9073322" cy="4335803"/>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1000"/>
              </a:spcAft>
              <a:defRPr sz="1600">
                <a:solidFill>
                  <a:srgbClr val="23282D"/>
                </a:solidFill>
                <a:latin typeface="Aptos"/>
              </a:defRPr>
            </a:pPr>
            <a:r>
              <a:rPr lang="en-US" sz="1800" dirty="0"/>
              <a:t>• Analyze the supplied seasonal agriculture dataset using Python and exploratory data analysis.</a:t>
            </a:r>
          </a:p>
          <a:p>
            <a:pPr>
              <a:spcAft>
                <a:spcPts val="1000"/>
              </a:spcAft>
              <a:defRPr sz="1600">
                <a:solidFill>
                  <a:srgbClr val="23282D"/>
                </a:solidFill>
                <a:latin typeface="Aptos"/>
              </a:defRPr>
            </a:pPr>
            <a:r>
              <a:rPr lang="en-US" sz="1800" dirty="0"/>
              <a:t>• Compare agricultural performance across Kharif, Rabi and Zaid seasons.</a:t>
            </a:r>
          </a:p>
          <a:p>
            <a:pPr>
              <a:spcAft>
                <a:spcPts val="1000"/>
              </a:spcAft>
              <a:defRPr sz="1600">
                <a:solidFill>
                  <a:srgbClr val="23282D"/>
                </a:solidFill>
                <a:latin typeface="Aptos"/>
              </a:defRPr>
            </a:pPr>
            <a:r>
              <a:rPr lang="en-US" sz="1800" dirty="0"/>
              <a:t>• Evaluate crop-wise and state-wise performance.</a:t>
            </a:r>
          </a:p>
          <a:p>
            <a:pPr>
              <a:spcAft>
                <a:spcPts val="1000"/>
              </a:spcAft>
              <a:defRPr sz="1600">
                <a:solidFill>
                  <a:srgbClr val="23282D"/>
                </a:solidFill>
                <a:latin typeface="Aptos"/>
              </a:defRPr>
            </a:pPr>
            <a:r>
              <a:rPr lang="en-US" sz="1800" dirty="0"/>
              <a:t>• Study relationships among rainfall, temperature, soil, irrigation, water efficiency and yield.</a:t>
            </a:r>
          </a:p>
          <a:p>
            <a:pPr>
              <a:spcAft>
                <a:spcPts val="1000"/>
              </a:spcAft>
              <a:defRPr sz="1600">
                <a:solidFill>
                  <a:srgbClr val="23282D"/>
                </a:solidFill>
                <a:latin typeface="Aptos"/>
              </a:defRPr>
            </a:pPr>
            <a:r>
              <a:rPr lang="en-US" sz="1800" dirty="0"/>
              <a:t>• Assess revenue, cost, profit and profit margin.</a:t>
            </a:r>
          </a:p>
          <a:p>
            <a:pPr>
              <a:spcAft>
                <a:spcPts val="1000"/>
              </a:spcAft>
              <a:defRPr sz="1600">
                <a:solidFill>
                  <a:srgbClr val="23282D"/>
                </a:solidFill>
                <a:latin typeface="Aptos"/>
              </a:defRPr>
            </a:pPr>
            <a:r>
              <a:rPr lang="en-US" sz="1800" dirty="0"/>
              <a:t>• Convert raw records into clear insights and recommendations for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a:spcAft>
                <a:spcPts val="1000"/>
              </a:spcAft>
              <a:defRPr sz="1700">
                <a:solidFill>
                  <a:srgbClr val="23282D"/>
                </a:solidFill>
                <a:latin typeface="Aptos"/>
              </a:defRPr>
            </a:pPr>
            <a:r>
              <a:rPr lang="en-US" sz="2200" dirty="0"/>
              <a:t>Farmers – understand seasonal yield, irrigation and risk patterns.</a:t>
            </a:r>
          </a:p>
          <a:p>
            <a:pPr>
              <a:spcAft>
                <a:spcPts val="1000"/>
              </a:spcAft>
              <a:defRPr sz="1700">
                <a:solidFill>
                  <a:srgbClr val="23282D"/>
                </a:solidFill>
                <a:latin typeface="Aptos"/>
              </a:defRPr>
            </a:pPr>
            <a:r>
              <a:rPr lang="en-US" sz="2200" dirty="0"/>
              <a:t> Agricultural planners – compare crops, states and seasons.</a:t>
            </a:r>
          </a:p>
          <a:p>
            <a:pPr>
              <a:spcAft>
                <a:spcPts val="1000"/>
              </a:spcAft>
              <a:defRPr sz="1700">
                <a:solidFill>
                  <a:srgbClr val="23282D"/>
                </a:solidFill>
                <a:latin typeface="Aptos"/>
              </a:defRPr>
            </a:pPr>
            <a:r>
              <a:rPr lang="en-US" sz="2200" dirty="0"/>
              <a:t> Government and agriculture departments – support evidence-based planning and resource allocation.</a:t>
            </a:r>
          </a:p>
          <a:p>
            <a:pPr>
              <a:spcAft>
                <a:spcPts val="1000"/>
              </a:spcAft>
              <a:defRPr sz="1700">
                <a:solidFill>
                  <a:srgbClr val="23282D"/>
                </a:solidFill>
                <a:latin typeface="Aptos"/>
              </a:defRPr>
            </a:pPr>
            <a:r>
              <a:rPr lang="en-US" sz="2200" dirty="0"/>
              <a:t> Agribusiness organizations – evaluate production, revenue and profitability.</a:t>
            </a:r>
          </a:p>
          <a:p>
            <a:pPr>
              <a:spcAft>
                <a:spcPts val="1000"/>
              </a:spcAft>
              <a:defRPr sz="1700">
                <a:solidFill>
                  <a:srgbClr val="23282D"/>
                </a:solidFill>
                <a:latin typeface="Aptos"/>
              </a:defRPr>
            </a:pPr>
            <a:r>
              <a:rPr lang="en-US" sz="2200" dirty="0"/>
              <a:t> Researchers and data analysts – identify trends for deeper modelling.</a:t>
            </a:r>
          </a:p>
          <a:p>
            <a:pPr algn="just">
              <a:lnSpc>
                <a:spcPct val="150000"/>
              </a:lnSpc>
            </a:pPr>
            <a:endParaRPr lang="en-IN" sz="22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graphicFrame>
        <p:nvGraphicFramePr>
          <p:cNvPr id="3" name="Table 2">
            <a:extLst>
              <a:ext uri="{FF2B5EF4-FFF2-40B4-BE49-F238E27FC236}">
                <a16:creationId xmlns:a16="http://schemas.microsoft.com/office/drawing/2014/main" id="{AADABA0C-F176-9009-85CF-43E743FA74C5}"/>
              </a:ext>
            </a:extLst>
          </p:cNvPr>
          <p:cNvGraphicFramePr>
            <a:graphicFrameLocks noGrp="1"/>
          </p:cNvGraphicFramePr>
          <p:nvPr>
            <p:extLst>
              <p:ext uri="{D42A27DB-BD31-4B8C-83A1-F6EECF244321}">
                <p14:modId xmlns:p14="http://schemas.microsoft.com/office/powerpoint/2010/main" val="249810325"/>
              </p:ext>
            </p:extLst>
          </p:nvPr>
        </p:nvGraphicFramePr>
        <p:xfrm>
          <a:off x="2117818" y="1725385"/>
          <a:ext cx="8128000" cy="4833122"/>
        </p:xfrm>
        <a:graphic>
          <a:graphicData uri="http://schemas.openxmlformats.org/drawingml/2006/table">
            <a:tbl>
              <a:tblPr firstRow="1" bandRow="1">
                <a:tableStyleId>{6E25E649-3F16-4E02-A733-19D2CDBF48F0}</a:tableStyleId>
              </a:tblPr>
              <a:tblGrid>
                <a:gridCol w="4064000">
                  <a:extLst>
                    <a:ext uri="{9D8B030D-6E8A-4147-A177-3AD203B41FA5}">
                      <a16:colId xmlns:a16="http://schemas.microsoft.com/office/drawing/2014/main" val="4193118265"/>
                    </a:ext>
                  </a:extLst>
                </a:gridCol>
                <a:gridCol w="4064000">
                  <a:extLst>
                    <a:ext uri="{9D8B030D-6E8A-4147-A177-3AD203B41FA5}">
                      <a16:colId xmlns:a16="http://schemas.microsoft.com/office/drawing/2014/main" val="379427083"/>
                    </a:ext>
                  </a:extLst>
                </a:gridCol>
              </a:tblGrid>
              <a:tr h="690446">
                <a:tc>
                  <a:txBody>
                    <a:bodyPr/>
                    <a:lstStyle/>
                    <a:p>
                      <a:r>
                        <a:rPr lang="en-US" dirty="0"/>
                        <a:t>Technology</a:t>
                      </a:r>
                      <a:endParaRPr lang="en-IN" dirty="0"/>
                    </a:p>
                  </a:txBody>
                  <a:tcPr>
                    <a:lnL>
                      <a:noFill/>
                    </a:lnL>
                    <a:lnR>
                      <a:noFill/>
                    </a:lnR>
                    <a:lnT w="25400" cmpd="sng">
                      <a:noFill/>
                    </a:lnT>
                    <a:lnB w="25400" cmpd="sng">
                      <a:noFill/>
                    </a:lnB>
                    <a:lnTlToBr w="12700" cmpd="sng">
                      <a:noFill/>
                      <a:prstDash val="solid"/>
                    </a:lnTlToBr>
                    <a:lnBlToTr w="12700" cmpd="sng">
                      <a:noFill/>
                      <a:prstDash val="solid"/>
                    </a:lnBlToTr>
                    <a:solidFill>
                      <a:schemeClr val="accent2">
                        <a:lumMod val="50000"/>
                      </a:schemeClr>
                    </a:solidFill>
                  </a:tcPr>
                </a:tc>
                <a:tc>
                  <a:txBody>
                    <a:bodyPr/>
                    <a:lstStyle/>
                    <a:p>
                      <a:r>
                        <a:rPr lang="en-US" dirty="0"/>
                        <a:t>Purpose</a:t>
                      </a:r>
                      <a:endParaRPr lang="en-IN" dirty="0"/>
                    </a:p>
                  </a:txBody>
                  <a:tcPr>
                    <a:lnL>
                      <a:noFill/>
                    </a:lnL>
                    <a:solidFill>
                      <a:schemeClr val="accent2">
                        <a:lumMod val="50000"/>
                      </a:schemeClr>
                    </a:solidFill>
                  </a:tcPr>
                </a:tc>
                <a:extLst>
                  <a:ext uri="{0D108BD9-81ED-4DB2-BD59-A6C34878D82A}">
                    <a16:rowId xmlns:a16="http://schemas.microsoft.com/office/drawing/2014/main" val="3368142463"/>
                  </a:ext>
                </a:extLst>
              </a:tr>
              <a:tr h="690446">
                <a:tc>
                  <a:txBody>
                    <a:bodyPr/>
                    <a:lstStyle/>
                    <a:p>
                      <a:r>
                        <a:rPr lang="en-US" dirty="0"/>
                        <a:t>Python</a:t>
                      </a:r>
                      <a:endParaRPr lang="en-IN" dirty="0"/>
                    </a:p>
                  </a:txBody>
                  <a:tcPr>
                    <a:lnT w="25400" cmpd="sng">
                      <a:noFill/>
                    </a:lnT>
                  </a:tcPr>
                </a:tc>
                <a:tc>
                  <a:txBody>
                    <a:bodyPr/>
                    <a:lstStyle/>
                    <a:p>
                      <a:r>
                        <a:rPr lang="en-US" dirty="0"/>
                        <a:t>Analysis and automation</a:t>
                      </a:r>
                      <a:endParaRPr lang="en-IN" dirty="0"/>
                    </a:p>
                  </a:txBody>
                  <a:tcPr/>
                </a:tc>
                <a:extLst>
                  <a:ext uri="{0D108BD9-81ED-4DB2-BD59-A6C34878D82A}">
                    <a16:rowId xmlns:a16="http://schemas.microsoft.com/office/drawing/2014/main" val="1391619898"/>
                  </a:ext>
                </a:extLst>
              </a:tr>
              <a:tr h="690446">
                <a:tc>
                  <a:txBody>
                    <a:bodyPr/>
                    <a:lstStyle/>
                    <a:p>
                      <a:r>
                        <a:rPr lang="en-IN" sz="1800" dirty="0" err="1">
                          <a:solidFill>
                            <a:srgbClr val="23282D"/>
                          </a:solidFill>
                        </a:rPr>
                        <a:t>Jupyter</a:t>
                      </a:r>
                      <a:r>
                        <a:rPr lang="en-IN" sz="1800" dirty="0">
                          <a:solidFill>
                            <a:srgbClr val="23282D"/>
                          </a:solidFill>
                        </a:rPr>
                        <a:t> Notebook</a:t>
                      </a:r>
                    </a:p>
                  </a:txBody>
                  <a:tcPr/>
                </a:tc>
                <a:tc>
                  <a:txBody>
                    <a:bodyPr/>
                    <a:lstStyle/>
                    <a:p>
                      <a:r>
                        <a:rPr lang="en-US" dirty="0"/>
                        <a:t>Interactive analysis</a:t>
                      </a:r>
                      <a:endParaRPr lang="en-IN" dirty="0"/>
                    </a:p>
                  </a:txBody>
                  <a:tcPr/>
                </a:tc>
                <a:extLst>
                  <a:ext uri="{0D108BD9-81ED-4DB2-BD59-A6C34878D82A}">
                    <a16:rowId xmlns:a16="http://schemas.microsoft.com/office/drawing/2014/main" val="2443308632"/>
                  </a:ext>
                </a:extLst>
              </a:tr>
              <a:tr h="690446">
                <a:tc>
                  <a:txBody>
                    <a:bodyPr/>
                    <a:lstStyle/>
                    <a:p>
                      <a:r>
                        <a:rPr lang="en-US" dirty="0"/>
                        <a:t>Pandas</a:t>
                      </a:r>
                    </a:p>
                  </a:txBody>
                  <a:tcPr/>
                </a:tc>
                <a:tc>
                  <a:txBody>
                    <a:bodyPr/>
                    <a:lstStyle/>
                    <a:p>
                      <a:r>
                        <a:rPr lang="en-US" dirty="0"/>
                        <a:t>Data loading and cleaning</a:t>
                      </a:r>
                    </a:p>
                  </a:txBody>
                  <a:tcPr/>
                </a:tc>
                <a:extLst>
                  <a:ext uri="{0D108BD9-81ED-4DB2-BD59-A6C34878D82A}">
                    <a16:rowId xmlns:a16="http://schemas.microsoft.com/office/drawing/2014/main" val="3846398225"/>
                  </a:ext>
                </a:extLst>
              </a:tr>
              <a:tr h="690446">
                <a:tc>
                  <a:txBody>
                    <a:bodyPr/>
                    <a:lstStyle/>
                    <a:p>
                      <a:r>
                        <a:rPr lang="en-US" dirty="0" err="1"/>
                        <a:t>Numpy</a:t>
                      </a:r>
                      <a:endParaRPr lang="en-IN" dirty="0"/>
                    </a:p>
                  </a:txBody>
                  <a:tcPr/>
                </a:tc>
                <a:tc>
                  <a:txBody>
                    <a:bodyPr/>
                    <a:lstStyle/>
                    <a:p>
                      <a:r>
                        <a:rPr lang="en-US" dirty="0"/>
                        <a:t>Numeric calculation</a:t>
                      </a:r>
                      <a:endParaRPr lang="en-IN" dirty="0"/>
                    </a:p>
                  </a:txBody>
                  <a:tcPr/>
                </a:tc>
                <a:extLst>
                  <a:ext uri="{0D108BD9-81ED-4DB2-BD59-A6C34878D82A}">
                    <a16:rowId xmlns:a16="http://schemas.microsoft.com/office/drawing/2014/main" val="1667161648"/>
                  </a:ext>
                </a:extLst>
              </a:tr>
              <a:tr h="690446">
                <a:tc>
                  <a:txBody>
                    <a:bodyPr/>
                    <a:lstStyle/>
                    <a:p>
                      <a:r>
                        <a:rPr lang="en-US" dirty="0"/>
                        <a:t>Matplotlib</a:t>
                      </a:r>
                      <a:endParaRPr lang="en-IN" dirty="0"/>
                    </a:p>
                  </a:txBody>
                  <a:tcPr/>
                </a:tc>
                <a:tc>
                  <a:txBody>
                    <a:bodyPr/>
                    <a:lstStyle/>
                    <a:p>
                      <a:r>
                        <a:rPr lang="en-US" dirty="0"/>
                        <a:t>Visualization</a:t>
                      </a:r>
                      <a:endParaRPr lang="en-IN" dirty="0"/>
                    </a:p>
                  </a:txBody>
                  <a:tcPr/>
                </a:tc>
                <a:extLst>
                  <a:ext uri="{0D108BD9-81ED-4DB2-BD59-A6C34878D82A}">
                    <a16:rowId xmlns:a16="http://schemas.microsoft.com/office/drawing/2014/main" val="345233555"/>
                  </a:ext>
                </a:extLst>
              </a:tr>
              <a:tr h="690446">
                <a:tc>
                  <a:txBody>
                    <a:bodyPr/>
                    <a:lstStyle/>
                    <a:p>
                      <a:r>
                        <a:rPr lang="en-US" dirty="0"/>
                        <a:t>Seaborn</a:t>
                      </a:r>
                      <a:endParaRPr lang="en-IN" dirty="0"/>
                    </a:p>
                  </a:txBody>
                  <a:tcPr/>
                </a:tc>
                <a:tc>
                  <a:txBody>
                    <a:bodyPr/>
                    <a:lstStyle/>
                    <a:p>
                      <a:r>
                        <a:rPr lang="en-IN" sz="1800" dirty="0">
                          <a:solidFill>
                            <a:srgbClr val="23282D"/>
                          </a:solidFill>
                        </a:rPr>
                        <a:t>Statistical visualization</a:t>
                      </a:r>
                    </a:p>
                  </a:txBody>
                  <a:tcPr/>
                </a:tc>
                <a:extLst>
                  <a:ext uri="{0D108BD9-81ED-4DB2-BD59-A6C34878D82A}">
                    <a16:rowId xmlns:a16="http://schemas.microsoft.com/office/drawing/2014/main" val="2988304868"/>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A7BBAE0-ADA8-996B-6F0D-EE8CAA0BBB9B}"/>
              </a:ext>
            </a:extLst>
          </p:cNvPr>
          <p:cNvPicPr>
            <a:picLocks noChangeAspect="1"/>
          </p:cNvPicPr>
          <p:nvPr/>
        </p:nvPicPr>
        <p:blipFill>
          <a:blip r:embed="rId3"/>
          <a:stretch>
            <a:fillRect/>
          </a:stretch>
        </p:blipFill>
        <p:spPr>
          <a:xfrm>
            <a:off x="0" y="2127851"/>
            <a:ext cx="9559795" cy="301399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A2B2522-F27A-7C9B-0F45-4905A6260297}"/>
              </a:ext>
            </a:extLst>
          </p:cNvPr>
          <p:cNvPicPr>
            <a:picLocks noChangeAspect="1"/>
          </p:cNvPicPr>
          <p:nvPr/>
        </p:nvPicPr>
        <p:blipFill>
          <a:blip r:embed="rId3"/>
          <a:stretch>
            <a:fillRect/>
          </a:stretch>
        </p:blipFill>
        <p:spPr>
          <a:xfrm>
            <a:off x="675956" y="1118760"/>
            <a:ext cx="8076593" cy="573924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4CFE5DC-02F0-8F0F-5AAC-615A7A707125}"/>
              </a:ext>
            </a:extLst>
          </p:cNvPr>
          <p:cNvPicPr>
            <a:picLocks noChangeAspect="1"/>
          </p:cNvPicPr>
          <p:nvPr/>
        </p:nvPicPr>
        <p:blipFill>
          <a:blip r:embed="rId3"/>
          <a:stretch>
            <a:fillRect/>
          </a:stretch>
        </p:blipFill>
        <p:spPr>
          <a:xfrm>
            <a:off x="320982" y="1095049"/>
            <a:ext cx="10828576" cy="595510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F87E691-3F13-49DC-DE67-479E574D18C9}"/>
              </a:ext>
            </a:extLst>
          </p:cNvPr>
          <p:cNvPicPr>
            <a:picLocks noChangeAspect="1"/>
          </p:cNvPicPr>
          <p:nvPr/>
        </p:nvPicPr>
        <p:blipFill>
          <a:blip r:embed="rId3"/>
          <a:stretch>
            <a:fillRect/>
          </a:stretch>
        </p:blipFill>
        <p:spPr>
          <a:xfrm>
            <a:off x="0" y="1127950"/>
            <a:ext cx="8534402" cy="563436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0DAE2-B1D6-AE45-18D6-66E55D17294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267692-0F7E-2F6D-D0C6-C006C7124AC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C8CB179-9B5F-DC3F-04B3-8681815F4EF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95A23D9-9E45-1688-6A69-BDB0FE4F9E3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BADEE2B-C792-130E-BCD9-CD9E5A08657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94BBF84-8197-5BED-5333-05C7232A0E7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3" name="Picture 12">
            <a:extLst>
              <a:ext uri="{FF2B5EF4-FFF2-40B4-BE49-F238E27FC236}">
                <a16:creationId xmlns:a16="http://schemas.microsoft.com/office/drawing/2014/main" id="{8064EE0E-A089-B95D-1D48-9950348534C3}"/>
              </a:ext>
            </a:extLst>
          </p:cNvPr>
          <p:cNvPicPr>
            <a:picLocks noChangeAspect="1"/>
          </p:cNvPicPr>
          <p:nvPr/>
        </p:nvPicPr>
        <p:blipFill>
          <a:blip r:embed="rId3"/>
          <a:stretch>
            <a:fillRect/>
          </a:stretch>
        </p:blipFill>
        <p:spPr>
          <a:xfrm>
            <a:off x="0" y="1192736"/>
            <a:ext cx="10088383" cy="2543530"/>
          </a:xfrm>
          <a:prstGeom prst="rect">
            <a:avLst/>
          </a:prstGeom>
        </p:spPr>
      </p:pic>
      <p:pic>
        <p:nvPicPr>
          <p:cNvPr id="15" name="Picture 14">
            <a:extLst>
              <a:ext uri="{FF2B5EF4-FFF2-40B4-BE49-F238E27FC236}">
                <a16:creationId xmlns:a16="http://schemas.microsoft.com/office/drawing/2014/main" id="{BDD9DE11-4D2A-CA2A-441D-C5F3AF316493}"/>
              </a:ext>
            </a:extLst>
          </p:cNvPr>
          <p:cNvPicPr>
            <a:picLocks noChangeAspect="1"/>
          </p:cNvPicPr>
          <p:nvPr/>
        </p:nvPicPr>
        <p:blipFill>
          <a:blip r:embed="rId4"/>
          <a:stretch>
            <a:fillRect/>
          </a:stretch>
        </p:blipFill>
        <p:spPr>
          <a:xfrm>
            <a:off x="571585" y="3975223"/>
            <a:ext cx="9021434" cy="2257740"/>
          </a:xfrm>
          <a:prstGeom prst="rect">
            <a:avLst/>
          </a:prstGeom>
        </p:spPr>
      </p:pic>
    </p:spTree>
    <p:extLst>
      <p:ext uri="{BB962C8B-B14F-4D97-AF65-F5344CB8AC3E}">
        <p14:creationId xmlns:p14="http://schemas.microsoft.com/office/powerpoint/2010/main" val="426062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A918CE72-DA9A-B9E9-4C96-7EC11AD8E087}"/>
              </a:ext>
            </a:extLst>
          </p:cNvPr>
          <p:cNvSpPr txBox="1"/>
          <p:nvPr/>
        </p:nvSpPr>
        <p:spPr>
          <a:xfrm>
            <a:off x="613230" y="1608410"/>
            <a:ext cx="7483848" cy="3631763"/>
          </a:xfrm>
          <a:prstGeom prst="rect">
            <a:avLst/>
          </a:prstGeom>
          <a:noFill/>
        </p:spPr>
        <p:txBody>
          <a:bodyPr wrap="square">
            <a:spAutoFit/>
          </a:bodyPr>
          <a:lstStyle/>
          <a:p>
            <a:pPr>
              <a:spcAft>
                <a:spcPts val="1000"/>
              </a:spcAft>
              <a:defRPr sz="1700">
                <a:solidFill>
                  <a:srgbClr val="23282D"/>
                </a:solidFill>
                <a:latin typeface="Aptos"/>
              </a:defRPr>
            </a:pPr>
            <a:r>
              <a:rPr lang="en-US" sz="2000" dirty="0"/>
              <a:t>• Machine-learning based yield prediction.</a:t>
            </a:r>
          </a:p>
          <a:p>
            <a:pPr>
              <a:spcAft>
                <a:spcPts val="1000"/>
              </a:spcAft>
              <a:defRPr sz="1700">
                <a:solidFill>
                  <a:srgbClr val="23282D"/>
                </a:solidFill>
                <a:latin typeface="Aptos"/>
              </a:defRPr>
            </a:pPr>
            <a:r>
              <a:rPr lang="en-US" sz="2000" dirty="0"/>
              <a:t>• Seasonal yield forecasting.</a:t>
            </a:r>
          </a:p>
          <a:p>
            <a:pPr>
              <a:spcAft>
                <a:spcPts val="1000"/>
              </a:spcAft>
              <a:defRPr sz="1700">
                <a:solidFill>
                  <a:srgbClr val="23282D"/>
                </a:solidFill>
                <a:latin typeface="Aptos"/>
              </a:defRPr>
            </a:pPr>
            <a:r>
              <a:rPr lang="en-US" sz="2000" dirty="0"/>
              <a:t>• Crop recommendation using environmental and economic conditions.</a:t>
            </a:r>
          </a:p>
          <a:p>
            <a:pPr>
              <a:spcAft>
                <a:spcPts val="1000"/>
              </a:spcAft>
              <a:defRPr sz="1700">
                <a:solidFill>
                  <a:srgbClr val="23282D"/>
                </a:solidFill>
                <a:latin typeface="Aptos"/>
              </a:defRPr>
            </a:pPr>
            <a:r>
              <a:rPr lang="en-US" sz="2000" dirty="0"/>
              <a:t>• Weather-aware irrigation and crop-management decision support.</a:t>
            </a:r>
          </a:p>
          <a:p>
            <a:pPr>
              <a:spcAft>
                <a:spcPts val="1000"/>
              </a:spcAft>
              <a:defRPr sz="1700">
                <a:solidFill>
                  <a:srgbClr val="23282D"/>
                </a:solidFill>
                <a:latin typeface="Aptos"/>
              </a:defRPr>
            </a:pPr>
            <a:r>
              <a:rPr lang="en-US" sz="2000" dirty="0"/>
              <a:t>• Water-use optimization and efficiency benchmarking.</a:t>
            </a:r>
          </a:p>
          <a:p>
            <a:pPr>
              <a:spcAft>
                <a:spcPts val="1000"/>
              </a:spcAft>
              <a:defRPr sz="1700">
                <a:solidFill>
                  <a:srgbClr val="23282D"/>
                </a:solidFill>
                <a:latin typeface="Aptos"/>
              </a:defRPr>
            </a:pPr>
            <a:r>
              <a:rPr lang="en-US" sz="2000" dirty="0"/>
              <a:t>• Disease/pest risk prediction and early-warning systems.</a:t>
            </a:r>
          </a:p>
          <a:p>
            <a:pPr>
              <a:spcAft>
                <a:spcPts val="1000"/>
              </a:spcAft>
              <a:defRPr sz="1700">
                <a:solidFill>
                  <a:srgbClr val="23282D"/>
                </a:solidFill>
                <a:latin typeface="Aptos"/>
              </a:defRPr>
            </a:pPr>
            <a:r>
              <a:rPr lang="en-US" sz="2000" dirty="0"/>
              <a:t>• Interactive Power BI/Tableau dashboard.</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https://github.com/ysnegi78/Seasonal-Agriculture-Performance-Analysis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9C2BB50-B6F6-18BD-976B-8FF92D6D6F72}"/>
              </a:ext>
            </a:extLst>
          </p:cNvPr>
          <p:cNvPicPr>
            <a:picLocks noChangeAspect="1"/>
          </p:cNvPicPr>
          <p:nvPr/>
        </p:nvPicPr>
        <p:blipFill>
          <a:blip r:embed="rId3"/>
          <a:stretch>
            <a:fillRect/>
          </a:stretch>
        </p:blipFill>
        <p:spPr>
          <a:xfrm>
            <a:off x="906861" y="1608410"/>
            <a:ext cx="7144747" cy="501084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1736</TotalTime>
  <Words>405</Words>
  <Application>Microsoft Office PowerPoint</Application>
  <PresentationFormat>Widescreen</PresentationFormat>
  <Paragraphs>58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Rajni Devi</cp:lastModifiedBy>
  <cp:revision>98</cp:revision>
  <dcterms:created xsi:type="dcterms:W3CDTF">2021-07-11T13:13:15Z</dcterms:created>
  <dcterms:modified xsi:type="dcterms:W3CDTF">2026-09-09T19:29:34Z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